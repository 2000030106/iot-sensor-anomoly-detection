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8" r:id="rId1"/>
  </p:sldMasterIdLst>
  <p:notesMasterIdLst>
    <p:notesMasterId r:id="rId18"/>
  </p:notesMasterIdLst>
  <p:sldIdLst>
    <p:sldId id="264" r:id="rId2"/>
    <p:sldId id="259" r:id="rId3"/>
    <p:sldId id="260" r:id="rId4"/>
    <p:sldId id="261" r:id="rId5"/>
    <p:sldId id="262" r:id="rId6"/>
    <p:sldId id="263" r:id="rId7"/>
    <p:sldId id="265" r:id="rId8"/>
    <p:sldId id="268" r:id="rId9"/>
    <p:sldId id="271" r:id="rId10"/>
    <p:sldId id="272" r:id="rId11"/>
    <p:sldId id="276" r:id="rId12"/>
    <p:sldId id="269" r:id="rId13"/>
    <p:sldId id="270" r:id="rId14"/>
    <p:sldId id="273" r:id="rId15"/>
    <p:sldId id="274" r:id="rId16"/>
    <p:sldId id="275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F1994D-C734-4C06-B0E1-0AECC1958F22}" v="4" dt="2026-03-19T09:23:44.0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33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llamkonda Satya sai venkateswarlu" userId="a00ae827de090eec" providerId="LiveId" clId="{2E0DFA91-85F5-4C63-AE93-6F1657668455}"/>
    <pc:docChg chg="undo custSel addSld delSld modSld sldOrd">
      <pc:chgData name="Bellamkonda Satya sai venkateswarlu" userId="a00ae827de090eec" providerId="LiveId" clId="{2E0DFA91-85F5-4C63-AE93-6F1657668455}" dt="2026-03-19T10:05:26.921" v="314" actId="14100"/>
      <pc:docMkLst>
        <pc:docMk/>
      </pc:docMkLst>
      <pc:sldChg chg="modSp del mod">
        <pc:chgData name="Bellamkonda Satya sai venkateswarlu" userId="a00ae827de090eec" providerId="LiveId" clId="{2E0DFA91-85F5-4C63-AE93-6F1657668455}" dt="2026-03-18T09:18:46.163" v="53" actId="2696"/>
        <pc:sldMkLst>
          <pc:docMk/>
          <pc:sldMk cId="3564843010" sldId="256"/>
        </pc:sldMkLst>
        <pc:spChg chg="mod">
          <ac:chgData name="Bellamkonda Satya sai venkateswarlu" userId="a00ae827de090eec" providerId="LiveId" clId="{2E0DFA91-85F5-4C63-AE93-6F1657668455}" dt="2026-03-18T05:27:16.671" v="47" actId="20577"/>
          <ac:spMkLst>
            <pc:docMk/>
            <pc:sldMk cId="3564843010" sldId="256"/>
            <ac:spMk id="3" creationId="{FCA64AC6-8339-3E7B-B108-5AF3AB68249A}"/>
          </ac:spMkLst>
        </pc:spChg>
      </pc:sldChg>
      <pc:sldChg chg="del">
        <pc:chgData name="Bellamkonda Satya sai venkateswarlu" userId="a00ae827de090eec" providerId="LiveId" clId="{2E0DFA91-85F5-4C63-AE93-6F1657668455}" dt="2026-03-18T04:31:35.644" v="0" actId="2696"/>
        <pc:sldMkLst>
          <pc:docMk/>
          <pc:sldMk cId="4153071702" sldId="258"/>
        </pc:sldMkLst>
      </pc:sldChg>
      <pc:sldChg chg="modSp mod">
        <pc:chgData name="Bellamkonda Satya sai venkateswarlu" userId="a00ae827de090eec" providerId="LiveId" clId="{2E0DFA91-85F5-4C63-AE93-6F1657668455}" dt="2026-03-19T09:33:16.935" v="289" actId="20577"/>
        <pc:sldMkLst>
          <pc:docMk/>
          <pc:sldMk cId="472364283" sldId="259"/>
        </pc:sldMkLst>
        <pc:spChg chg="mod">
          <ac:chgData name="Bellamkonda Satya sai venkateswarlu" userId="a00ae827de090eec" providerId="LiveId" clId="{2E0DFA91-85F5-4C63-AE93-6F1657668455}" dt="2026-03-18T05:21:39.810" v="41" actId="20577"/>
          <ac:spMkLst>
            <pc:docMk/>
            <pc:sldMk cId="472364283" sldId="259"/>
            <ac:spMk id="2" creationId="{0B1071B0-16C9-16AB-CCB5-594272D30303}"/>
          </ac:spMkLst>
        </pc:spChg>
        <pc:spChg chg="mod">
          <ac:chgData name="Bellamkonda Satya sai venkateswarlu" userId="a00ae827de090eec" providerId="LiveId" clId="{2E0DFA91-85F5-4C63-AE93-6F1657668455}" dt="2026-03-19T09:33:16.935" v="289" actId="20577"/>
          <ac:spMkLst>
            <pc:docMk/>
            <pc:sldMk cId="472364283" sldId="259"/>
            <ac:spMk id="3" creationId="{0443A9F8-5EC9-E387-8113-24613FC42321}"/>
          </ac:spMkLst>
        </pc:spChg>
      </pc:sldChg>
      <pc:sldChg chg="addSp delSp modSp mod">
        <pc:chgData name="Bellamkonda Satya sai venkateswarlu" userId="a00ae827de090eec" providerId="LiveId" clId="{2E0DFA91-85F5-4C63-AE93-6F1657668455}" dt="2026-03-19T09:24:12.231" v="66" actId="931"/>
        <pc:sldMkLst>
          <pc:docMk/>
          <pc:sldMk cId="3328679500" sldId="260"/>
        </pc:sldMkLst>
        <pc:spChg chg="add">
          <ac:chgData name="Bellamkonda Satya sai venkateswarlu" userId="a00ae827de090eec" providerId="LiveId" clId="{2E0DFA91-85F5-4C63-AE93-6F1657668455}" dt="2026-03-19T09:23:35.312" v="63"/>
          <ac:spMkLst>
            <pc:docMk/>
            <pc:sldMk cId="3328679500" sldId="260"/>
            <ac:spMk id="2" creationId="{AD8FAF8B-54D6-FBF4-ED96-96FEF877B2BB}"/>
          </ac:spMkLst>
        </pc:spChg>
        <pc:spChg chg="add mod">
          <ac:chgData name="Bellamkonda Satya sai venkateswarlu" userId="a00ae827de090eec" providerId="LiveId" clId="{2E0DFA91-85F5-4C63-AE93-6F1657668455}" dt="2026-03-19T09:23:44.037" v="65" actId="14100"/>
          <ac:spMkLst>
            <pc:docMk/>
            <pc:sldMk cId="3328679500" sldId="260"/>
            <ac:spMk id="4" creationId="{4BC18D2F-C9E9-6ED7-D9DE-49EC33825D60}"/>
          </ac:spMkLst>
        </pc:spChg>
        <pc:picChg chg="del">
          <ac:chgData name="Bellamkonda Satya sai venkateswarlu" userId="a00ae827de090eec" providerId="LiveId" clId="{2E0DFA91-85F5-4C63-AE93-6F1657668455}" dt="2026-03-19T09:23:34.359" v="62" actId="478"/>
          <ac:picMkLst>
            <pc:docMk/>
            <pc:sldMk cId="3328679500" sldId="260"/>
            <ac:picMk id="5" creationId="{6AA5269F-B987-EFC7-73FE-70D6706E39C3}"/>
          </ac:picMkLst>
        </pc:picChg>
        <pc:picChg chg="add mod">
          <ac:chgData name="Bellamkonda Satya sai venkateswarlu" userId="a00ae827de090eec" providerId="LiveId" clId="{2E0DFA91-85F5-4C63-AE93-6F1657668455}" dt="2026-03-19T09:24:12.231" v="66" actId="931"/>
          <ac:picMkLst>
            <pc:docMk/>
            <pc:sldMk cId="3328679500" sldId="260"/>
            <ac:picMk id="7" creationId="{A8693412-7CAA-217A-3BD4-396AD21F8028}"/>
          </ac:picMkLst>
        </pc:picChg>
      </pc:sldChg>
      <pc:sldChg chg="addSp delSp modSp mod">
        <pc:chgData name="Bellamkonda Satya sai venkateswarlu" userId="a00ae827de090eec" providerId="LiveId" clId="{2E0DFA91-85F5-4C63-AE93-6F1657668455}" dt="2026-03-18T09:20:17.016" v="57" actId="14100"/>
        <pc:sldMkLst>
          <pc:docMk/>
          <pc:sldMk cId="3518060995" sldId="264"/>
        </pc:sldMkLst>
        <pc:picChg chg="del mod">
          <ac:chgData name="Bellamkonda Satya sai venkateswarlu" userId="a00ae827de090eec" providerId="LiveId" clId="{2E0DFA91-85F5-4C63-AE93-6F1657668455}" dt="2026-03-18T09:18:49.979" v="54" actId="478"/>
          <ac:picMkLst>
            <pc:docMk/>
            <pc:sldMk cId="3518060995" sldId="264"/>
            <ac:picMk id="3" creationId="{2B9020B7-0D31-862C-A2CA-ED41078DE8FD}"/>
          </ac:picMkLst>
        </pc:picChg>
        <pc:picChg chg="add mod">
          <ac:chgData name="Bellamkonda Satya sai venkateswarlu" userId="a00ae827de090eec" providerId="LiveId" clId="{2E0DFA91-85F5-4C63-AE93-6F1657668455}" dt="2026-03-18T09:20:17.016" v="57" actId="14100"/>
          <ac:picMkLst>
            <pc:docMk/>
            <pc:sldMk cId="3518060995" sldId="264"/>
            <ac:picMk id="4" creationId="{55397B3D-D28D-B7E7-1E6F-1E748F23BBF6}"/>
          </ac:picMkLst>
        </pc:picChg>
      </pc:sldChg>
      <pc:sldChg chg="addSp delSp modSp mod ord">
        <pc:chgData name="Bellamkonda Satya sai venkateswarlu" userId="a00ae827de090eec" providerId="LiveId" clId="{2E0DFA91-85F5-4C63-AE93-6F1657668455}" dt="2026-03-19T10:03:53.124" v="300" actId="14100"/>
        <pc:sldMkLst>
          <pc:docMk/>
          <pc:sldMk cId="1242523886" sldId="271"/>
        </pc:sldMkLst>
        <pc:spChg chg="add del mod">
          <ac:chgData name="Bellamkonda Satya sai venkateswarlu" userId="a00ae827de090eec" providerId="LiveId" clId="{2E0DFA91-85F5-4C63-AE93-6F1657668455}" dt="2026-03-19T10:02:37.136" v="294" actId="931"/>
          <ac:spMkLst>
            <pc:docMk/>
            <pc:sldMk cId="1242523886" sldId="271"/>
            <ac:spMk id="4" creationId="{7EB37F2A-C9AD-7119-FC21-FEA4E1E4960C}"/>
          </ac:spMkLst>
        </pc:spChg>
        <pc:spChg chg="add del mod">
          <ac:chgData name="Bellamkonda Satya sai venkateswarlu" userId="a00ae827de090eec" providerId="LiveId" clId="{2E0DFA91-85F5-4C63-AE93-6F1657668455}" dt="2026-03-19T10:03:41.380" v="296" actId="22"/>
          <ac:spMkLst>
            <pc:docMk/>
            <pc:sldMk cId="1242523886" sldId="271"/>
            <ac:spMk id="8" creationId="{A789EF31-C524-1A33-62B2-BAD1766D6662}"/>
          </ac:spMkLst>
        </pc:spChg>
        <pc:picChg chg="add del mod ord">
          <ac:chgData name="Bellamkonda Satya sai venkateswarlu" userId="a00ae827de090eec" providerId="LiveId" clId="{2E0DFA91-85F5-4C63-AE93-6F1657668455}" dt="2026-03-19T10:02:40.049" v="295" actId="478"/>
          <ac:picMkLst>
            <pc:docMk/>
            <pc:sldMk cId="1242523886" sldId="271"/>
            <ac:picMk id="6" creationId="{4CC91E6A-BD5F-A2A8-C569-1C512B8DA654}"/>
          </ac:picMkLst>
        </pc:picChg>
        <pc:picChg chg="add mod ord">
          <ac:chgData name="Bellamkonda Satya sai venkateswarlu" userId="a00ae827de090eec" providerId="LiveId" clId="{2E0DFA91-85F5-4C63-AE93-6F1657668455}" dt="2026-03-19T10:03:53.124" v="300" actId="14100"/>
          <ac:picMkLst>
            <pc:docMk/>
            <pc:sldMk cId="1242523886" sldId="271"/>
            <ac:picMk id="10" creationId="{D513CFBA-B1B5-F834-9E12-A7B479B03F42}"/>
          </ac:picMkLst>
        </pc:picChg>
        <pc:picChg chg="del">
          <ac:chgData name="Bellamkonda Satya sai venkateswarlu" userId="a00ae827de090eec" providerId="LiveId" clId="{2E0DFA91-85F5-4C63-AE93-6F1657668455}" dt="2026-03-19T10:02:13.144" v="290" actId="478"/>
          <ac:picMkLst>
            <pc:docMk/>
            <pc:sldMk cId="1242523886" sldId="271"/>
            <ac:picMk id="13" creationId="{AAB83ED1-30D2-8534-A3D4-A0099D36A430}"/>
          </ac:picMkLst>
        </pc:picChg>
        <pc:picChg chg="del">
          <ac:chgData name="Bellamkonda Satya sai venkateswarlu" userId="a00ae827de090eec" providerId="LiveId" clId="{2E0DFA91-85F5-4C63-AE93-6F1657668455}" dt="2026-03-19T10:02:18.046" v="293" actId="478"/>
          <ac:picMkLst>
            <pc:docMk/>
            <pc:sldMk cId="1242523886" sldId="271"/>
            <ac:picMk id="15" creationId="{C32A20B8-909D-40BE-7677-2B79CCC41BFF}"/>
          </ac:picMkLst>
        </pc:picChg>
        <pc:picChg chg="del">
          <ac:chgData name="Bellamkonda Satya sai venkateswarlu" userId="a00ae827de090eec" providerId="LiveId" clId="{2E0DFA91-85F5-4C63-AE93-6F1657668455}" dt="2026-03-19T10:02:16.861" v="292" actId="478"/>
          <ac:picMkLst>
            <pc:docMk/>
            <pc:sldMk cId="1242523886" sldId="271"/>
            <ac:picMk id="17" creationId="{FFFBA5E4-6FF9-7F63-43D3-92A79FED5D5F}"/>
          </ac:picMkLst>
        </pc:picChg>
        <pc:picChg chg="del">
          <ac:chgData name="Bellamkonda Satya sai venkateswarlu" userId="a00ae827de090eec" providerId="LiveId" clId="{2E0DFA91-85F5-4C63-AE93-6F1657668455}" dt="2026-03-19T10:02:15.338" v="291" actId="478"/>
          <ac:picMkLst>
            <pc:docMk/>
            <pc:sldMk cId="1242523886" sldId="271"/>
            <ac:picMk id="19" creationId="{A351D55C-D23D-B812-7D26-A3DFBA90C3C5}"/>
          </ac:picMkLst>
        </pc:picChg>
      </pc:sldChg>
      <pc:sldChg chg="addSp delSp modSp mod ord">
        <pc:chgData name="Bellamkonda Satya sai venkateswarlu" userId="a00ae827de090eec" providerId="LiveId" clId="{2E0DFA91-85F5-4C63-AE93-6F1657668455}" dt="2026-03-19T10:04:34.304" v="306" actId="14100"/>
        <pc:sldMkLst>
          <pc:docMk/>
          <pc:sldMk cId="1846346669" sldId="272"/>
        </pc:sldMkLst>
        <pc:picChg chg="add mod">
          <ac:chgData name="Bellamkonda Satya sai venkateswarlu" userId="a00ae827de090eec" providerId="LiveId" clId="{2E0DFA91-85F5-4C63-AE93-6F1657668455}" dt="2026-03-19T10:04:34.304" v="306" actId="14100"/>
          <ac:picMkLst>
            <pc:docMk/>
            <pc:sldMk cId="1846346669" sldId="272"/>
            <ac:picMk id="3" creationId="{5D7F6DA0-6DE5-C723-C6CD-463C4E2CD1E4}"/>
          </ac:picMkLst>
        </pc:picChg>
        <pc:picChg chg="del">
          <ac:chgData name="Bellamkonda Satya sai venkateswarlu" userId="a00ae827de090eec" providerId="LiveId" clId="{2E0DFA91-85F5-4C63-AE93-6F1657668455}" dt="2026-03-19T10:04:03" v="303" actId="478"/>
          <ac:picMkLst>
            <pc:docMk/>
            <pc:sldMk cId="1846346669" sldId="272"/>
            <ac:picMk id="5" creationId="{4299CA50-3F12-C495-5270-0FD32627CB29}"/>
          </ac:picMkLst>
        </pc:picChg>
        <pc:picChg chg="del">
          <ac:chgData name="Bellamkonda Satya sai venkateswarlu" userId="a00ae827de090eec" providerId="LiveId" clId="{2E0DFA91-85F5-4C63-AE93-6F1657668455}" dt="2026-03-19T10:04:01.944" v="302" actId="478"/>
          <ac:picMkLst>
            <pc:docMk/>
            <pc:sldMk cId="1846346669" sldId="272"/>
            <ac:picMk id="9" creationId="{698C33D2-F6FA-7B8A-E17C-09686A68EE78}"/>
          </ac:picMkLst>
        </pc:picChg>
        <pc:picChg chg="del">
          <ac:chgData name="Bellamkonda Satya sai venkateswarlu" userId="a00ae827de090eec" providerId="LiveId" clId="{2E0DFA91-85F5-4C63-AE93-6F1657668455}" dt="2026-03-19T10:04:00.692" v="301" actId="478"/>
          <ac:picMkLst>
            <pc:docMk/>
            <pc:sldMk cId="1846346669" sldId="272"/>
            <ac:picMk id="11" creationId="{8060230C-7669-E6A5-DA8A-5D4077AABD9D}"/>
          </ac:picMkLst>
        </pc:picChg>
      </pc:sldChg>
      <pc:sldChg chg="addSp delSp modSp new mod">
        <pc:chgData name="Bellamkonda Satya sai venkateswarlu" userId="a00ae827de090eec" providerId="LiveId" clId="{2E0DFA91-85F5-4C63-AE93-6F1657668455}" dt="2026-03-19T10:05:26.921" v="314" actId="14100"/>
        <pc:sldMkLst>
          <pc:docMk/>
          <pc:sldMk cId="942085794" sldId="276"/>
        </pc:sldMkLst>
        <pc:spChg chg="del">
          <ac:chgData name="Bellamkonda Satya sai venkateswarlu" userId="a00ae827de090eec" providerId="LiveId" clId="{2E0DFA91-85F5-4C63-AE93-6F1657668455}" dt="2026-03-19T10:05:15.557" v="308" actId="478"/>
          <ac:spMkLst>
            <pc:docMk/>
            <pc:sldMk cId="942085794" sldId="276"/>
            <ac:spMk id="2" creationId="{30A73E16-8685-3D24-602A-45316559F53E}"/>
          </ac:spMkLst>
        </pc:spChg>
        <pc:spChg chg="add del">
          <ac:chgData name="Bellamkonda Satya sai venkateswarlu" userId="a00ae827de090eec" providerId="LiveId" clId="{2E0DFA91-85F5-4C63-AE93-6F1657668455}" dt="2026-03-19T10:05:21.224" v="311" actId="478"/>
          <ac:spMkLst>
            <pc:docMk/>
            <pc:sldMk cId="942085794" sldId="276"/>
            <ac:spMk id="3" creationId="{F87E0594-DBE7-0453-FBAA-703505D2150E}"/>
          </ac:spMkLst>
        </pc:spChg>
        <pc:picChg chg="add del mod ord">
          <ac:chgData name="Bellamkonda Satya sai venkateswarlu" userId="a00ae827de090eec" providerId="LiveId" clId="{2E0DFA91-85F5-4C63-AE93-6F1657668455}" dt="2026-03-19T10:05:19.640" v="310" actId="22"/>
          <ac:picMkLst>
            <pc:docMk/>
            <pc:sldMk cId="942085794" sldId="276"/>
            <ac:picMk id="5" creationId="{367821F0-7463-959F-C54A-552C33F453A0}"/>
          </ac:picMkLst>
        </pc:picChg>
        <pc:picChg chg="add mod">
          <ac:chgData name="Bellamkonda Satya sai venkateswarlu" userId="a00ae827de090eec" providerId="LiveId" clId="{2E0DFA91-85F5-4C63-AE93-6F1657668455}" dt="2026-03-19T10:05:26.921" v="314" actId="14100"/>
          <ac:picMkLst>
            <pc:docMk/>
            <pc:sldMk cId="942085794" sldId="276"/>
            <ac:picMk id="7" creationId="{79BB4D6A-BCA5-5D43-B922-4FBD417D850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CFA29C-1A86-49DE-9255-536F45CBFC5C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50CDB4-805C-46F1-A792-D0906C02A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599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FC169-25D4-4F65-B179-FE278AF4269D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A9F5-1673-410E-BC37-D45CF4D54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548823"/>
      </p:ext>
    </p:extLst>
  </p:cSld>
  <p:clrMapOvr>
    <a:masterClrMapping/>
  </p:clrMapOvr>
  <p:transition spd="med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FC169-25D4-4F65-B179-FE278AF4269D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A9F5-1673-410E-BC37-D45CF4D54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902690"/>
      </p:ext>
    </p:extLst>
  </p:cSld>
  <p:clrMapOvr>
    <a:masterClrMapping/>
  </p:clrMapOvr>
  <p:transition spd="med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FC169-25D4-4F65-B179-FE278AF4269D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A9F5-1673-410E-BC37-D45CF4D54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481346"/>
      </p:ext>
    </p:extLst>
  </p:cSld>
  <p:clrMapOvr>
    <a:masterClrMapping/>
  </p:clrMapOvr>
  <p:transition spd="med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FC169-25D4-4F65-B179-FE278AF4269D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A9F5-1673-410E-BC37-D45CF4D54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208362"/>
      </p:ext>
    </p:extLst>
  </p:cSld>
  <p:clrMapOvr>
    <a:masterClrMapping/>
  </p:clrMapOvr>
  <p:transition spd="med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FC169-25D4-4F65-B179-FE278AF4269D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A9F5-1673-410E-BC37-D45CF4D54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680485"/>
      </p:ext>
    </p:extLst>
  </p:cSld>
  <p:clrMapOvr>
    <a:masterClrMapping/>
  </p:clrMapOvr>
  <p:transition spd="med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FC169-25D4-4F65-B179-FE278AF4269D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A9F5-1673-410E-BC37-D45CF4D54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25773"/>
      </p:ext>
    </p:extLst>
  </p:cSld>
  <p:clrMapOvr>
    <a:masterClrMapping/>
  </p:clrMapOvr>
  <p:transition spd="med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FC169-25D4-4F65-B179-FE278AF4269D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A9F5-1673-410E-BC37-D45CF4D54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683275"/>
      </p:ext>
    </p:extLst>
  </p:cSld>
  <p:clrMapOvr>
    <a:masterClrMapping/>
  </p:clrMapOvr>
  <p:transition spd="med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FC169-25D4-4F65-B179-FE278AF4269D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A9F5-1673-410E-BC37-D45CF4D54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709191"/>
      </p:ext>
    </p:extLst>
  </p:cSld>
  <p:clrMapOvr>
    <a:masterClrMapping/>
  </p:clrMapOvr>
  <p:transition spd="med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FC169-25D4-4F65-B179-FE278AF4269D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A9F5-1673-410E-BC37-D45CF4D54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389618"/>
      </p:ext>
    </p:extLst>
  </p:cSld>
  <p:clrMapOvr>
    <a:masterClrMapping/>
  </p:clrMapOvr>
  <p:transition spd="med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FC169-25D4-4F65-B179-FE278AF4269D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A9F5-1673-410E-BC37-D45CF4D54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90240"/>
      </p:ext>
    </p:extLst>
  </p:cSld>
  <p:clrMapOvr>
    <a:masterClrMapping/>
  </p:clrMapOvr>
  <p:transition spd="med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FC169-25D4-4F65-B179-FE278AF4269D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A9F5-1673-410E-BC37-D45CF4D54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715737"/>
      </p:ext>
    </p:extLst>
  </p:cSld>
  <p:clrMapOvr>
    <a:masterClrMapping/>
  </p:clrMapOvr>
  <p:transition spd="med">
    <p:pull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FC169-25D4-4F65-B179-FE278AF4269D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A9F5-1673-410E-BC37-D45CF4D5477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8730679"/>
      </p:ext>
    </p:extLst>
  </p:cSld>
  <p:clrMapOvr>
    <a:masterClrMapping/>
  </p:clrMapOvr>
  <p:transition spd="med">
    <p:pull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FC169-25D4-4F65-B179-FE278AF4269D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A9F5-1673-410E-BC37-D45CF4D54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685565"/>
      </p:ext>
    </p:extLst>
  </p:cSld>
  <p:clrMapOvr>
    <a:masterClrMapping/>
  </p:clrMapOvr>
  <p:transition spd="med">
    <p:pull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FC169-25D4-4F65-B179-FE278AF4269D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A9F5-1673-410E-BC37-D45CF4D54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841121"/>
      </p:ext>
    </p:extLst>
  </p:cSld>
  <p:clrMapOvr>
    <a:masterClrMapping/>
  </p:clrMapOvr>
  <p:transition spd="med">
    <p:pull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FC169-25D4-4F65-B179-FE278AF4269D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A9F5-1673-410E-BC37-D45CF4D54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125797"/>
      </p:ext>
    </p:extLst>
  </p:cSld>
  <p:clrMapOvr>
    <a:masterClrMapping/>
  </p:clrMapOvr>
  <p:transition spd="med">
    <p:pull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FC169-25D4-4F65-B179-FE278AF4269D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A9F5-1673-410E-BC37-D45CF4D54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07087"/>
      </p:ext>
    </p:extLst>
  </p:cSld>
  <p:clrMapOvr>
    <a:masterClrMapping/>
  </p:clrMapOvr>
  <p:transition spd="med">
    <p:pull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FC169-25D4-4F65-B179-FE278AF4269D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A9F5-1673-410E-BC37-D45CF4D54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892657"/>
      </p:ext>
    </p:extLst>
  </p:cSld>
  <p:clrMapOvr>
    <a:masterClrMapping/>
  </p:clrMapOvr>
  <p:transition spd="med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CD2FC169-25D4-4F65-B179-FE278AF4269D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57A9F5-1673-410E-BC37-D45CF4D54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5887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  <p:sldLayoutId id="2147483810" r:id="rId12"/>
    <p:sldLayoutId id="2147483811" r:id="rId13"/>
    <p:sldLayoutId id="2147483812" r:id="rId14"/>
    <p:sldLayoutId id="2147483813" r:id="rId15"/>
    <p:sldLayoutId id="2147483814" r:id="rId16"/>
    <p:sldLayoutId id="2147483815" r:id="rId17"/>
  </p:sldLayoutIdLst>
  <p:transition spd="med">
    <p:pull/>
  </p:transition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fi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fi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5397B3D-D28D-B7E7-1E6F-1E748F23BB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060995"/>
      </p:ext>
    </p:ext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071B0-16C9-16AB-CCB5-594272D30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229" y="452718"/>
            <a:ext cx="9310605" cy="918882"/>
          </a:xfrm>
        </p:spPr>
        <p:txBody>
          <a:bodyPr/>
          <a:lstStyle/>
          <a:p>
            <a:r>
              <a:rPr lang="en-US" dirty="0"/>
              <a:t>                Project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3A9F8-5EC9-E387-8113-24613FC42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0783" y="1531159"/>
            <a:ext cx="9545702" cy="4874123"/>
          </a:xfrm>
        </p:spPr>
        <p:txBody>
          <a:bodyPr>
            <a:noAutofit/>
          </a:bodyPr>
          <a:lstStyle/>
          <a:p>
            <a:r>
              <a:rPr lang="en-US" sz="1600" dirty="0"/>
              <a:t>IOT devices generate large volumes of sensor data continuously, requiring efficient real-time processing and monitoring.</a:t>
            </a:r>
          </a:p>
          <a:p>
            <a:r>
              <a:rPr lang="en-US" sz="1600" dirty="0"/>
              <a:t>Without automated systems, detecting abnormal sensor behavior is difficult, leading to device failures, downtime, and operational losses.</a:t>
            </a:r>
          </a:p>
          <a:p>
            <a:r>
              <a:rPr lang="en-US" sz="1600" dirty="0"/>
              <a:t>This project builds a scalable data pipeline to enable real-time anomaly detection and proactive monitoring of IoT systems.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2">
                    <a:lumMod val="50000"/>
                  </a:schemeClr>
                </a:solidFill>
                <a:highlight>
                  <a:srgbClr val="00FF00"/>
                </a:highlight>
              </a:rPr>
              <a:t>  The main objectives of this project are</a:t>
            </a:r>
            <a:r>
              <a:rPr lang="en-US" sz="1600" dirty="0">
                <a:highlight>
                  <a:srgbClr val="00FF00"/>
                </a:highlight>
              </a:rPr>
              <a:t>:</a:t>
            </a:r>
          </a:p>
          <a:p>
            <a:pPr marL="0" indent="0">
              <a:buNone/>
            </a:pPr>
            <a:r>
              <a:rPr lang="en-US" sz="1600" dirty="0"/>
              <a:t>              1.  Build a real-time streaming data pipeline using Amazon Kinesis.</a:t>
            </a:r>
          </a:p>
          <a:p>
            <a:pPr marL="0" indent="0">
              <a:buNone/>
            </a:pPr>
            <a:r>
              <a:rPr lang="en-US" sz="1600" dirty="0"/>
              <a:t>              2.  Implement Medallion Architecture (Bronze, Silver, Gold layers) in Databricks. </a:t>
            </a:r>
          </a:p>
          <a:p>
            <a:pPr marL="0" indent="0">
              <a:buNone/>
            </a:pPr>
            <a:r>
              <a:rPr lang="en-US" sz="1600" dirty="0"/>
              <a:t>             3.  Clean and transform raw IoT sensor data. </a:t>
            </a:r>
          </a:p>
          <a:p>
            <a:pPr marL="0" indent="0">
              <a:buNone/>
            </a:pPr>
            <a:r>
              <a:rPr lang="en-US" sz="1600" dirty="0"/>
              <a:t>             4. Apply anomaly detection techniques using Z-score.</a:t>
            </a:r>
          </a:p>
          <a:p>
            <a:pPr marL="0" indent="0">
              <a:buNone/>
            </a:pPr>
            <a:r>
              <a:rPr lang="en-US" sz="1600" dirty="0"/>
              <a:t>             5. Provide real-time dashboards for monitoring sensor health.  </a:t>
            </a:r>
          </a:p>
          <a:p>
            <a:pPr marL="0" indent="0">
              <a:buNone/>
            </a:pPr>
            <a:r>
              <a:rPr lang="en-US" sz="1600" dirty="0"/>
              <a:t>             6.  Trigger Slack alerts for critical anomalies.</a:t>
            </a:r>
          </a:p>
          <a:p>
            <a:pPr marL="0" indent="0">
              <a:buNone/>
            </a:pPr>
            <a:r>
              <a:rPr lang="en-US" sz="1600"/>
              <a:t>             7. </a:t>
            </a:r>
            <a:r>
              <a:rPr lang="en-US" sz="1600" dirty="0"/>
              <a:t>This enables proactive monitoring and predictive maintenance.</a:t>
            </a:r>
          </a:p>
        </p:txBody>
      </p:sp>
    </p:spTree>
    <p:extLst>
      <p:ext uri="{BB962C8B-B14F-4D97-AF65-F5344CB8AC3E}">
        <p14:creationId xmlns:p14="http://schemas.microsoft.com/office/powerpoint/2010/main" val="472364283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F8C77-7B09-8B27-CF92-663F7F010CC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2533650"/>
            <a:ext cx="8761413" cy="34163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AD8FAF8B-54D6-FBF4-ED96-96FEF877B2B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4BC18D2F-C9E9-6ED7-D9DE-49EC33825D6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-163286"/>
            <a:ext cx="3897086" cy="3897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693412-7CAA-217A-3BD4-396AD21F80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679500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57C6A1A-951E-AEBB-B9BB-98A8894651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5885" y="531159"/>
            <a:ext cx="7576457" cy="5795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336115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BFC40D5-CC14-2A09-D923-7CF053F50F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429" y="283029"/>
            <a:ext cx="10678885" cy="6379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148193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982D4-0438-8EB4-1FBF-F8A7EBD59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Medallion </a:t>
            </a:r>
            <a:r>
              <a:rPr lang="en-US" dirty="0" err="1"/>
              <a:t>Architecure</a:t>
            </a:r>
            <a:r>
              <a:rPr lang="en-US" dirty="0"/>
              <a:t>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3E2BBF3-1FC6-5503-850A-814EF1B7AA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111" y="1502228"/>
            <a:ext cx="9786258" cy="5159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583964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4F69C4A-BD3A-39B2-002F-239C1062A063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30629" y="1306286"/>
            <a:ext cx="3788228" cy="4996542"/>
          </a:xfrm>
          <a:solidFill>
            <a:schemeClr val="accent2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/>
                </a:solidFill>
              </a:rPr>
              <a:t>Ingested raw IoT sensor dataset (CSV) into the data pipeline.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/>
                </a:solidFill>
              </a:rPr>
              <a:t> Stored the incoming raw data in AWS S3 Data Lake for scalable storage.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/>
                </a:solidFill>
              </a:rPr>
              <a:t> Loaded raw data into Databricks Delta tables in the Bronze layer.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/>
                </a:solidFill>
              </a:rPr>
              <a:t> Preserved the original structure and schema of the data without transformations.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/>
                </a:solidFill>
              </a:rPr>
              <a:t>Maintained data lineage and traceability to allow reprocessing when required.</a:t>
            </a:r>
          </a:p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F41C2E5-DDB0-3320-B4B3-69A1E3A1B3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510857" y="522515"/>
            <a:ext cx="2936241" cy="576262"/>
          </a:xfrm>
        </p:spPr>
        <p:txBody>
          <a:bodyPr/>
          <a:lstStyle/>
          <a:p>
            <a:r>
              <a:rPr lang="en-US" dirty="0"/>
              <a:t>         SILVER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3535079-7299-1AAA-1359-6CE05A8542CF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4261759" y="1306286"/>
            <a:ext cx="3434441" cy="4996542"/>
          </a:xfrm>
          <a:solidFill>
            <a:schemeClr val="accent2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Cleaned the raw IoT sensor data received from the Bronze layer.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Removed invalid or missing sensor readings to improve data quality.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 Standardized column formats and data types for consistency.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 Filtered noise and incorrect records from the dataset.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 Applied data transformations using </a:t>
            </a:r>
            <a:r>
              <a:rPr lang="en-US" sz="1600" dirty="0" err="1">
                <a:solidFill>
                  <a:schemeClr val="bg1"/>
                </a:solidFill>
              </a:rPr>
              <a:t>PySpark</a:t>
            </a:r>
            <a:r>
              <a:rPr lang="en-US" sz="1600" dirty="0">
                <a:solidFill>
                  <a:schemeClr val="bg1"/>
                </a:solidFill>
              </a:rPr>
              <a:t> in Databricks.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Stored the processed and validated data into Silver Delta tables for analytics.</a:t>
            </a:r>
          </a:p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AA69D53-6E0C-3680-015A-2E0DC93579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230392" y="522515"/>
            <a:ext cx="2932113" cy="576262"/>
          </a:xfrm>
        </p:spPr>
        <p:txBody>
          <a:bodyPr/>
          <a:lstStyle/>
          <a:p>
            <a:r>
              <a:rPr lang="en-US" dirty="0"/>
              <a:t>          GOLD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D697603-EDE9-CB89-8135-52D9D713E9FE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8039102" y="1306286"/>
            <a:ext cx="3532415" cy="5007429"/>
          </a:xfrm>
          <a:solidFill>
            <a:schemeClr val="accent2">
              <a:lumMod val="40000"/>
              <a:lumOff val="60000"/>
            </a:schemeClr>
          </a:solidFill>
        </p:spPr>
        <p:txBody>
          <a:bodyPr>
            <a:normAutofit fontScale="92500"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Created analytics-ready datasets from the processed Silver layer data.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 Aggregated IoT sensor data to generate device performance metrics.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 Calculated anomaly detection indicators for monitoring abnormal sensor behavior.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 Generated device utilization and operational statistics.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 Prepared datasets for real-time monitoring dashboards in Databricks.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 Enabled business insights and decision-making through analytical tables.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Supported predictive maintenance analysis using device health metrics.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Integrated alerting mechanisms (Slack notifications) for anomaly events.</a:t>
            </a:r>
          </a:p>
          <a:p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5BF7CB-5145-3037-FEA5-FCE2EE70FE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2946" y="522515"/>
            <a:ext cx="2946866" cy="576262"/>
          </a:xfrm>
        </p:spPr>
        <p:txBody>
          <a:bodyPr/>
          <a:lstStyle/>
          <a:p>
            <a:r>
              <a:rPr lang="en-US" dirty="0"/>
              <a:t>        BRONZE</a:t>
            </a:r>
          </a:p>
        </p:txBody>
      </p:sp>
    </p:spTree>
    <p:extLst>
      <p:ext uri="{BB962C8B-B14F-4D97-AF65-F5344CB8AC3E}">
        <p14:creationId xmlns:p14="http://schemas.microsoft.com/office/powerpoint/2010/main" val="3591102213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152837D-2EDD-BD63-A50D-32B3BF546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Handling and Data Quality Checks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6233CD-AD0D-4FDF-3794-7D8900452B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Implemented data validation checks to ensure only valid IoT sensor records are processed.</a:t>
            </a:r>
          </a:p>
          <a:p>
            <a:r>
              <a:rPr lang="en-US" dirty="0"/>
              <a:t> Filtered null values, corrupted records, and invalid sensor readings during data transformation.</a:t>
            </a:r>
          </a:p>
          <a:p>
            <a:r>
              <a:rPr lang="en-US" dirty="0"/>
              <a:t>Applied schema validation while ingesting data into Bronze and Silver layers.</a:t>
            </a:r>
          </a:p>
          <a:p>
            <a:r>
              <a:rPr lang="en-US" dirty="0"/>
              <a:t> Logged errors and abnormal records into separate monitoring logs for debugging.</a:t>
            </a:r>
          </a:p>
          <a:p>
            <a:r>
              <a:rPr lang="en-US" dirty="0"/>
              <a:t> Implemented anomaly detection checks using Z-score to identify abnormal sensor behavior.</a:t>
            </a:r>
          </a:p>
          <a:p>
            <a:r>
              <a:rPr lang="en-US" dirty="0"/>
              <a:t>Integrated Slack alerts for high anomaly rates to notify the monitoring team in real time.</a:t>
            </a:r>
          </a:p>
        </p:txBody>
      </p:sp>
    </p:spTree>
    <p:extLst>
      <p:ext uri="{BB962C8B-B14F-4D97-AF65-F5344CB8AC3E}">
        <p14:creationId xmlns:p14="http://schemas.microsoft.com/office/powerpoint/2010/main" val="1766595000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337CC-5219-A396-ED9C-A81390FE8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426" y="80024"/>
            <a:ext cx="9404723" cy="1400530"/>
          </a:xfrm>
        </p:spPr>
        <p:txBody>
          <a:bodyPr/>
          <a:lstStyle/>
          <a:p>
            <a:r>
              <a:rPr lang="en-US" dirty="0"/>
              <a:t>                     </a:t>
            </a:r>
            <a:r>
              <a:rPr lang="en-US" dirty="0" err="1"/>
              <a:t>DashBoards</a:t>
            </a:r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D513CFBA-B1B5-F834-9E12-A7B479B03F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76200" y="707571"/>
            <a:ext cx="12377057" cy="6150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523886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7F6DA0-6DE5-C723-C6CD-463C4E2CD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7032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346669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9BB4D6A-BCA5-5D43-B922-4FBD417D85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5058"/>
            <a:ext cx="12192000" cy="6672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085794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8F91E-CAB3-B25F-B868-6337E5607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Pipeline Orchestration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6F803-6CAB-2315-3E2D-54A88F8887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Designed an automated data pipeline workflow to manage the end-to-end IoT data processing.</a:t>
            </a:r>
          </a:p>
          <a:p>
            <a:r>
              <a:rPr lang="en-US" dirty="0"/>
              <a:t>Used Apache Airflow DAG to orchestrate different pipeline stages. </a:t>
            </a:r>
          </a:p>
          <a:p>
            <a:r>
              <a:rPr lang="en-US" dirty="0"/>
              <a:t>Scheduled pipeline execution to run automatically at defined intervals.</a:t>
            </a:r>
          </a:p>
          <a:p>
            <a:r>
              <a:rPr lang="en-US" dirty="0"/>
              <a:t> Triggered Databricks notebooks for Bronze, Silver, and Gold layer processing.</a:t>
            </a:r>
          </a:p>
          <a:p>
            <a:r>
              <a:rPr lang="en-US" dirty="0"/>
              <a:t>Managed task dependencies to ensure proper execution order of the pipeline</a:t>
            </a:r>
          </a:p>
          <a:p>
            <a:r>
              <a:rPr lang="en-US" dirty="0"/>
              <a:t> Implemented monitoring of pipeline runs and task execution status.</a:t>
            </a:r>
          </a:p>
          <a:p>
            <a:r>
              <a:rPr lang="en-US" dirty="0"/>
              <a:t> Integrated Slack notifications for pipeline alerts and anomaly events.</a:t>
            </a:r>
          </a:p>
          <a:p>
            <a:r>
              <a:rPr lang="en-US" dirty="0"/>
              <a:t> Enabled reliable and scalable workflow automation for continuous data processing.</a:t>
            </a:r>
          </a:p>
        </p:txBody>
      </p:sp>
    </p:spTree>
    <p:extLst>
      <p:ext uri="{BB962C8B-B14F-4D97-AF65-F5344CB8AC3E}">
        <p14:creationId xmlns:p14="http://schemas.microsoft.com/office/powerpoint/2010/main" val="791712982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B12F5-308B-AA10-CB52-9325D6F6E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Alerts/Monitoring/Logging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23050-61ED-80DA-2803-6291D24F28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Implemented real-time anomaly detection monitoring to track abnormal IoT sensor readings.</a:t>
            </a:r>
          </a:p>
          <a:p>
            <a:r>
              <a:rPr lang="en-US" dirty="0"/>
              <a:t> Configured Slack notifications to alert the team when anomaly rates exceed defined thresholds.</a:t>
            </a:r>
          </a:p>
          <a:p>
            <a:r>
              <a:rPr lang="en-US" dirty="0"/>
              <a:t>Monitored pipeline execution status using Apache Airflow DAG runs.</a:t>
            </a:r>
          </a:p>
          <a:p>
            <a:r>
              <a:rPr lang="en-US" dirty="0"/>
              <a:t>Tracked data processing stages across Bronze, Silver, and Gold layers.</a:t>
            </a:r>
          </a:p>
          <a:p>
            <a:r>
              <a:rPr lang="en-US" dirty="0"/>
              <a:t> Logged pipeline activities and processing details for debugging and auditing.</a:t>
            </a:r>
          </a:p>
          <a:p>
            <a:r>
              <a:rPr lang="en-US" dirty="0"/>
              <a:t>Enabled continuous monitoring of device performance and sensor behavior through dashboards.</a:t>
            </a:r>
          </a:p>
        </p:txBody>
      </p:sp>
    </p:spTree>
    <p:extLst>
      <p:ext uri="{BB962C8B-B14F-4D97-AF65-F5344CB8AC3E}">
        <p14:creationId xmlns:p14="http://schemas.microsoft.com/office/powerpoint/2010/main" val="2437225187"/>
      </p:ext>
    </p:extLst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31C44-94DB-0422-7744-376B46A1A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DA643-2CB2-46E6-7ED6-6DD18D52A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10065431" cy="4195481"/>
          </a:xfrm>
        </p:spPr>
        <p:txBody>
          <a:bodyPr>
            <a:noAutofit/>
          </a:bodyPr>
          <a:lstStyle/>
          <a:p>
            <a:r>
              <a:rPr lang="en-US" sz="2400" dirty="0"/>
              <a:t>Developed </a:t>
            </a:r>
            <a:r>
              <a:rPr lang="en-US" sz="2400" dirty="0" err="1"/>
              <a:t>PyTest</a:t>
            </a:r>
            <a:r>
              <a:rPr lang="en-US" sz="2400" dirty="0"/>
              <a:t> unit tests to validate the Bronze, Silver, and Gold layer tables.</a:t>
            </a:r>
          </a:p>
          <a:p>
            <a:r>
              <a:rPr lang="en-US" sz="2400" dirty="0"/>
              <a:t> Verified that all required tables are created successfully in the pipeline.</a:t>
            </a:r>
          </a:p>
          <a:p>
            <a:r>
              <a:rPr lang="en-US" sz="2400" dirty="0"/>
              <a:t> Checked that data is properly loaded and row counts are greater than zero.</a:t>
            </a:r>
          </a:p>
          <a:p>
            <a:r>
              <a:rPr lang="en-US" sz="2400" dirty="0"/>
              <a:t>Ensured schema validation and correct column names across all tables.</a:t>
            </a:r>
          </a:p>
          <a:p>
            <a:r>
              <a:rPr lang="en-US" sz="2400" dirty="0"/>
              <a:t>Performed data quality checks such as duplicate detection and invalid value filtering.</a:t>
            </a:r>
          </a:p>
        </p:txBody>
      </p:sp>
    </p:spTree>
    <p:extLst>
      <p:ext uri="{BB962C8B-B14F-4D97-AF65-F5344CB8AC3E}">
        <p14:creationId xmlns:p14="http://schemas.microsoft.com/office/powerpoint/2010/main" val="3043391216"/>
      </p:ext>
    </p:extLst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2DAC3-686C-C5A9-EB94-7315ADF45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Business </a:t>
            </a:r>
            <a:r>
              <a:rPr lang="en-US" dirty="0" err="1"/>
              <a:t>OutCome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73238-5129-7581-6A84-F648E3C69C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Enables real-time monitoring of IoT sensor data to track device performance.</a:t>
            </a:r>
          </a:p>
          <a:p>
            <a:r>
              <a:rPr lang="en-US" sz="1800" dirty="0"/>
              <a:t> Detects anomalies early, helping prevent potential device failures.</a:t>
            </a:r>
          </a:p>
          <a:p>
            <a:r>
              <a:rPr lang="en-US" sz="1800" dirty="0"/>
              <a:t> Reduces equipment downtime and maintenance costs through proactive alerts.</a:t>
            </a:r>
          </a:p>
          <a:p>
            <a:r>
              <a:rPr lang="en-US" sz="1800" dirty="0"/>
              <a:t> Improves data reliability and decision-making using clean and structured datasets.</a:t>
            </a:r>
          </a:p>
          <a:p>
            <a:r>
              <a:rPr lang="en-US" sz="1800" dirty="0"/>
              <a:t> Provides actionable insights through dashboards and analytics for operational teams.</a:t>
            </a:r>
          </a:p>
          <a:p>
            <a:r>
              <a:rPr lang="en-US" sz="1800" dirty="0"/>
              <a:t>Supports predictive maintenance strategies for better resource planning.</a:t>
            </a:r>
          </a:p>
          <a:p>
            <a:r>
              <a:rPr lang="en-US" sz="1800" dirty="0"/>
              <a:t>Builds a scalable and automated data pipeline architecture for future IoT systems.</a:t>
            </a:r>
          </a:p>
        </p:txBody>
      </p:sp>
    </p:spTree>
    <p:extLst>
      <p:ext uri="{BB962C8B-B14F-4D97-AF65-F5344CB8AC3E}">
        <p14:creationId xmlns:p14="http://schemas.microsoft.com/office/powerpoint/2010/main" val="620083683"/>
      </p:ext>
    </p:extLst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B4D05E6-E612-E770-581B-E532875EE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707122"/>
      </p:ext>
    </p:extLst>
  </p:cSld>
  <p:clrMapOvr>
    <a:masterClrMapping/>
  </p:clrMapOvr>
  <p:transition spd="med">
    <p:pull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496</TotalTime>
  <Words>793</Words>
  <Application>Microsoft Office PowerPoint</Application>
  <PresentationFormat>Widescreen</PresentationFormat>
  <Paragraphs>74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Century Gothic</vt:lpstr>
      <vt:lpstr>Wingdings</vt:lpstr>
      <vt:lpstr>Wingdings 3</vt:lpstr>
      <vt:lpstr>Ion</vt:lpstr>
      <vt:lpstr>PowerPoint Presentation</vt:lpstr>
      <vt:lpstr>                Project Objective</vt:lpstr>
      <vt:lpstr>PowerPoint Presentation</vt:lpstr>
      <vt:lpstr>PowerPoint Presentation</vt:lpstr>
      <vt:lpstr>PowerPoint Presentation</vt:lpstr>
      <vt:lpstr>           Medallion Architecure </vt:lpstr>
      <vt:lpstr>PowerPoint Presentation</vt:lpstr>
      <vt:lpstr>Error Handling and Data Quality Checks</vt:lpstr>
      <vt:lpstr>                     DashBoards</vt:lpstr>
      <vt:lpstr>PowerPoint Presentation</vt:lpstr>
      <vt:lpstr>PowerPoint Presentation</vt:lpstr>
      <vt:lpstr>        Pipeline Orchestration</vt:lpstr>
      <vt:lpstr>Alerts/Monitoring/Logging</vt:lpstr>
      <vt:lpstr>                      Testing</vt:lpstr>
      <vt:lpstr>          Business OutCome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Shanmukh Reddy</dc:creator>
  <cp:lastModifiedBy>Bellamkonda Satya sai venkateswarlu</cp:lastModifiedBy>
  <cp:revision>1</cp:revision>
  <dcterms:created xsi:type="dcterms:W3CDTF">2026-03-15T10:48:14Z</dcterms:created>
  <dcterms:modified xsi:type="dcterms:W3CDTF">2026-03-19T10:05:29Z</dcterms:modified>
</cp:coreProperties>
</file>